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37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"/>
            <a:ext cx="1280160" cy="1280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594360" cy="164592"/>
          </a:xfrm>
          <a:prstGeom prst="rect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621792"/>
            <a:ext cx="164592" cy="594360"/>
          </a:xfrm>
          <a:prstGeom prst="rect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HEALTHCARE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INSURANCE CLAIM DENIAL PREDICTOR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—  DATA SCIENCE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9992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Sushanth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3284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6576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</a:t>
            </a:r>
          </a:p>
        </p:txBody>
      </p:sp>
      <p:sp>
        <p:nvSpPr>
          <p:cNvPr id="14" name="Text 12"/>
          <p:cNvSpPr/>
          <p:nvPr/>
        </p:nvSpPr>
        <p:spPr>
          <a:xfrm>
            <a:off x="4114800" y="29992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Hemalatha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32841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Likhitha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36576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4617720"/>
            <a:ext cx="8814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· Sushanth 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7889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25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" y="1691640"/>
            <a:ext cx="2423160" cy="18288"/>
          </a:xfrm>
          <a:prstGeom prst="rect">
            <a:avLst/>
          </a:prstGeom>
          <a:solidFill>
            <a:srgbClr val="DDECF2"/>
          </a:solidFill>
          <a:ln w="12700">
            <a:solidFill>
              <a:srgbClr val="DDE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81051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providers face major challenges due to insurance claim denials — resulting in financial strain and administrative burden.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788920" cy="64008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25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64992" y="1691640"/>
            <a:ext cx="2423160" cy="18288"/>
          </a:xfrm>
          <a:prstGeom prst="rect">
            <a:avLst/>
          </a:prstGeom>
          <a:solidFill>
            <a:srgbClr val="DDECF2"/>
          </a:solidFill>
          <a:ln w="12700">
            <a:solidFill>
              <a:srgbClr val="DDE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81051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CPT/ICD coding · Missing or incomplete documentation · Policy mismatches and authorization issues · Manual review is slow and error-prone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88720"/>
            <a:ext cx="27889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325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36792" y="1691640"/>
            <a:ext cx="2423160" cy="18288"/>
          </a:xfrm>
          <a:prstGeom prst="rect">
            <a:avLst/>
          </a:prstGeom>
          <a:solidFill>
            <a:srgbClr val="DDECF2"/>
          </a:solidFill>
          <a:ln w="12700">
            <a:solidFill>
              <a:srgbClr val="DD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181051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administrative workload · Delays in reimbursements · Financial losses and unstable cash flow for healthcare providers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4837176"/>
            <a:ext cx="8814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 · Sushanth 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5486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841248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machine learning model that predicts healthcare claim denial probability before submission.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4114800" cy="84124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11680"/>
            <a:ext cx="548640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11680"/>
            <a:ext cx="548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classification model to identify whether a claim will be Approved or Denied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063240"/>
            <a:ext cx="4114800" cy="84124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063240"/>
            <a:ext cx="548640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063240"/>
            <a:ext cx="548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10896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influencing claim denials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4114800" cy="84124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011680"/>
            <a:ext cx="548640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11680"/>
            <a:ext cx="548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205740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early risk detection to reduce errors in submission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114800" cy="84124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63240"/>
            <a:ext cx="548640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063240"/>
            <a:ext cx="548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310896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 making in healthcare billing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4837176"/>
            <a:ext cx="8814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· Sushanth 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8892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8872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28600" y="181051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8892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181051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143000"/>
            <a:ext cx="278892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18872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72200" y="181051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7802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</a:t>
            </a: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is_claim_denied</a:t>
            </a:r>
            <a:r>
              <a:rPr lang="en-US" sz="14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Approved  /  Denied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" y="30175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" y="3364992"/>
            <a:ext cx="4206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patient_age_years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patient_gender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payer_id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insurance_plan_type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is_in_network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procedure_code_cpt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primary_diagnosis_code_icd10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364992"/>
            <a:ext cx="4206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provider_specialty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prior_auth_required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billed_amount_usd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days_between_service_and_submission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prior_auth_status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denial_reason_code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4837176"/>
            <a:ext cx="8814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 · Sushanth 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Explanation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6400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064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Info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→ Age of the patient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691640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00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Policy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Status → 1 = In-network  /  0 = Out-of-network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prior_auth_required → Insurance must approve procedure before treatment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7802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facility_type → Type of healthcare facility where treatment occurred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64008" cy="5486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43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billed_amount_usd → Amount hospital billed to insurance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429000"/>
            <a:ext cx="64008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381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Info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procedure_code_cpt → Medical procedure code (CPT)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9593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primary_diagnosis_code_icd10 → Code representing the patient's disease or condition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4297680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3068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days_between_service_and_submission → Days taken to submit the claim after service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4165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4837176"/>
            <a:ext cx="8814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 · Sushanth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Preprocessing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4023360" cy="1170432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0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640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49047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and inconsistent values across 15K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4023360" cy="1170432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68880"/>
            <a:ext cx="640080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68880"/>
            <a:ext cx="640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51560" y="2560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90779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encoding techniques to convert categorical features into numeric 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023360" cy="1170432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640080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51560"/>
            <a:ext cx="640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39496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94960" y="149047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StandardScaler for feature normalization to improve model convergence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023360" cy="1170432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68880"/>
            <a:ext cx="640080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468880"/>
            <a:ext cx="640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394960" y="2560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290779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proper split for unbiased model validation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8503920" cy="86868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947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Preprocessing Matters: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114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  ·  Ensures consistent data format  ·  Helps models learn patterns effectively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4837176"/>
            <a:ext cx="8814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· Sushanth 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Building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63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63040"/>
            <a:ext cx="384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151790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1783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classifier for probability estimation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8600" y="2231136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231136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31136"/>
            <a:ext cx="384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4672" y="22860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5511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rule-based classification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999232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99232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999232"/>
            <a:ext cx="384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4672" y="30540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" y="33192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learning using proximity of similar claims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" y="3767328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767328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767328"/>
            <a:ext cx="384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4672" y="38221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40873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 for robust, high-accuracy prediction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33872" y="1078992"/>
            <a:ext cx="3081528" cy="3520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61888" y="11704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61888" y="1691640"/>
            <a:ext cx="54864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664208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model comparison to identify best performer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61888" y="2606040"/>
            <a:ext cx="54864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578608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probability-based predictions for better decision-making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61888" y="3520440"/>
            <a:ext cx="54864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493008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selected based on overall performance metrics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" y="4837176"/>
            <a:ext cx="8814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 · Sushanth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Evaluation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1965960" cy="13258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 of the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1965960" cy="13258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05156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3385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148132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denied claims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1965960" cy="13258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5156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3385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48132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detect actual denied claims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1051560"/>
            <a:ext cx="1965960" cy="13258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05156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13385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148132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between Precision and Recall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2542032"/>
            <a:ext cx="8686800" cy="214884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633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 (Tuned)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0" y="2587752"/>
            <a:ext cx="2560320" cy="1993392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67919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5943600" y="3730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345643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improved Random Forest 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78561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 across all evaluation metrics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4114800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reducing False Negatives to avoid missed denials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" y="4837176"/>
            <a:ext cx="8814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 · Sushanth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 &amp;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28346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43000"/>
            <a:ext cx="2834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 (Hyperparameter Tuned)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Achieved: 77%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87121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successfully predicts claim approval and denial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82112" y="1143000"/>
            <a:ext cx="28346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143000"/>
            <a:ext cx="2834640" cy="47548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9272" y="17373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high-risk claims before submission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23042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chances of claim denial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9272" y="287121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hospital revenue cycle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9272" y="343814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faster decision-making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81344" y="1143000"/>
            <a:ext cx="28346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143000"/>
            <a:ext cx="2834640" cy="475488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Observation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18504" y="17373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are relatively high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18504" y="23042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denied claims can impact financial performance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18504" y="287121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optimization needed for better risk detection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" y="4599432"/>
            <a:ext cx="8778240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60857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Model is practically useful but requires further optimization for enhanced risk detection.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4837176"/>
            <a:ext cx="8814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 · Sushanth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Prediction Demo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4434840" cy="331012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HDHP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In-Network (Yes)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Authorization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Obtained (No)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Amount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$6,899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CPT_010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ICD_070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 Delay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19472" y="1353312"/>
            <a:ext cx="3977640" cy="3310128"/>
          </a:xfrm>
          <a:prstGeom prst="rect">
            <a:avLst/>
          </a:prstGeom>
          <a:solidFill>
            <a:srgbClr val="1A2E44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47488" y="1481328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47488" y="1901952"/>
            <a:ext cx="3730752" cy="685800"/>
          </a:xfrm>
          <a:prstGeom prst="rect">
            <a:avLst/>
          </a:prstGeom>
          <a:solidFill>
            <a:srgbClr val="1A5E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47488" y="1901952"/>
            <a:ext cx="3730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CLAIM APPROVED</a:t>
            </a:r>
            <a:endParaRPr lang="en-US" sz="2100" dirty="0"/>
          </a:p>
        </p:txBody>
      </p:sp>
      <p:sp>
        <p:nvSpPr>
          <p:cNvPr id="6" name="Text 8"/>
          <p:cNvSpPr/>
          <p:nvPr/>
        </p:nvSpPr>
        <p:spPr>
          <a:xfrm>
            <a:off x="5047488" y="2697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Probability: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32320" y="26974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47488" y="3090672"/>
            <a:ext cx="3730752" cy="18288"/>
          </a:xfrm>
          <a:prstGeom prst="rect">
            <a:avLst/>
          </a:prstGeom>
          <a:solidFill>
            <a:srgbClr val="2A4560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47488" y="3163824"/>
            <a:ext cx="3730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Denial Reason: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47488" y="3493008"/>
            <a:ext cx="3730752" cy="822960"/>
          </a:xfrm>
          <a:prstGeom prst="rect">
            <a:avLst/>
          </a:prstGeom>
          <a:solidFill>
            <a:srgbClr val="0D2235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02352" y="3520440"/>
            <a:ext cx="36118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Predicted: </a:t>
            </a: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Claim Approved
</a:t>
            </a:r>
            <a:r>
              <a:rPr lang="en-US" sz="11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denied, model returns: </a:t>
            </a: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AUTH_REQUIRED /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CODING_ERROR / POLICY_MISMATCH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19472" y="4206240"/>
            <a:ext cx="3977640" cy="47548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4224528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into hospital systems for real-time claim risk assessment before submission.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37176"/>
            <a:ext cx="8814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· Akhil  · Sushanth · Hemalatha · Likhitha · Rajkumar Das   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Healthcare Claim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denial predictor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Healthcare Insurance Claim Denial Predictor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2724912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18211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Kandarpa Kumar  ·  Akhil  ·  Sushanth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5112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Hemalatha  ·  Likhitha  ·  Rajkumar 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38912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Division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967</Words>
  <Application>Microsoft Office PowerPoint</Application>
  <PresentationFormat>On-screen Show (16:9)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Insurance Claim Denial Predictor</dc:title>
  <dc:subject>PptxGenJS Presentation</dc:subject>
  <dc:creator>PptxGenJS</dc:creator>
  <cp:lastModifiedBy>sushanth derangula</cp:lastModifiedBy>
  <cp:revision>2</cp:revision>
  <dcterms:created xsi:type="dcterms:W3CDTF">2026-04-04T10:06:31Z</dcterms:created>
  <dcterms:modified xsi:type="dcterms:W3CDTF">2026-04-04T10:25:50Z</dcterms:modified>
</cp:coreProperties>
</file>